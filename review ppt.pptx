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14"/>
  </p:notesMasterIdLst>
  <p:handoutMasterIdLst>
    <p:handoutMasterId r:id="rId15"/>
  </p:handoutMasterIdLst>
  <p:sldIdLst>
    <p:sldId id="267" r:id="rId3"/>
    <p:sldId id="257" r:id="rId4"/>
    <p:sldId id="278" r:id="rId5"/>
    <p:sldId id="258" r:id="rId6"/>
    <p:sldId id="259" r:id="rId7"/>
    <p:sldId id="260" r:id="rId8"/>
    <p:sldId id="261" r:id="rId9"/>
    <p:sldId id="263" r:id="rId10"/>
    <p:sldId id="264" r:id="rId11"/>
    <p:sldId id="265" r:id="rId12"/>
    <p:sldId id="266" r:id="rId13"/>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850" y="10"/>
      </p:cViewPr>
      <p:guideLst>
        <p:guide orient="horz" pos="2160"/>
        <p:guide pos="383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848C5687-E0BB-441F-9F68-A4FC0FD8F688}" type="datetimeFigureOut">
              <a:rPr lang="en-US" smtClean="0"/>
              <a:t>12/19/2025</a:t>
            </a:fld>
            <a:endParaRPr lang="en-US"/>
          </a:p>
        </p:txBody>
      </p:sp>
      <p:sp>
        <p:nvSpPr>
          <p:cNvPr id="4" name="Footer Placeholder 3"/>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F5E09357-7375-46FE-89C7-E8FA13CA1D93}" type="slidenum">
              <a:rPr lang="en-US" smtClean="0"/>
              <a:t>‹#›</a:t>
            </a:fld>
            <a:endParaRPr lang="en-US"/>
          </a:p>
        </p:txBody>
      </p:sp>
    </p:spTree>
    <p:extLst>
      <p:ext uri="{BB962C8B-B14F-4D97-AF65-F5344CB8AC3E}">
        <p14:creationId xmlns:p14="http://schemas.microsoft.com/office/powerpoint/2010/main" val="6982449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92414672-7F74-4670-9356-5FF07953FE6B}" type="datetimeFigureOut">
              <a:rPr lang="en-US" smtClean="0"/>
              <a:t>12/19/2025</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28FC78BE-84F6-4F5F-974A-47A573FE285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8FC78BE-84F6-4F5F-974A-47A573FE2857}" type="slidenum">
              <a:rPr lang="en-US" smtClean="0"/>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0"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2"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3"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17"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8"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19"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1"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2"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3"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5"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27"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29"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0"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2"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3"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4"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5"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37"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8"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39"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0"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1"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42"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dirty="0">
              <a:solidFill>
                <a:srgbClr val="000000"/>
              </a:solidFill>
              <a:latin typeface="Calibri" panose="020F0502020204030204"/>
            </a:endParaRPr>
          </a:p>
        </p:txBody>
      </p:sp>
      <p:sp>
        <p:nvSpPr>
          <p:cNvPr id="52" name="PlaceHolder 2"/>
          <p:cNvSpPr>
            <a:spLocks noGrp="1"/>
          </p:cNvSpPr>
          <p:nvPr>
            <p:ph type="subTitle"/>
          </p:nvPr>
        </p:nvSpPr>
        <p:spPr>
          <a:xfrm>
            <a:off x="199440" y="1097280"/>
            <a:ext cx="11778840" cy="5394600"/>
          </a:xfrm>
          <a:prstGeom prst="rect">
            <a:avLst/>
          </a:prstGeom>
          <a:noFill/>
          <a:ln w="0">
            <a:noFill/>
          </a:ln>
        </p:spPr>
        <p:txBody>
          <a:bodyPr lIns="0" tIns="0" rIns="0" bIns="0" anchor="ctr">
            <a:noAutofit/>
          </a:bodyPr>
          <a:lstStyle/>
          <a:p>
            <a:pPr algn="ctr"/>
            <a:endParaRPr lang="en-IN" sz="3200" b="0" strike="noStrike" spc="-1" dirty="0">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4" name="PlaceHolder 2"/>
          <p:cNvSpPr>
            <a:spLocks noGrp="1"/>
          </p:cNvSpPr>
          <p:nvPr>
            <p:ph/>
          </p:nvPr>
        </p:nvSpPr>
        <p:spPr>
          <a:xfrm>
            <a:off x="199440" y="1097280"/>
            <a:ext cx="1177884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56"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57"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0" y="232920"/>
            <a:ext cx="12191760" cy="3313800"/>
          </a:xfrm>
          <a:prstGeom prst="rect">
            <a:avLst/>
          </a:prstGeom>
          <a:noFill/>
          <a:ln w="0">
            <a:noFill/>
          </a:ln>
        </p:spPr>
        <p:txBody>
          <a:bodyPr lIns="0" tIns="0" rIns="0" bIns="0" anchor="ctr">
            <a:noAutofit/>
          </a:bodyPr>
          <a:lstStyle/>
          <a:p>
            <a:pPr algn="ctr"/>
            <a:endParaRPr lang="en-IN" sz="3200" b="0" strike="noStrike" spc="-1">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1"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2" name="PlaceHolder 3"/>
          <p:cNvSpPr>
            <a:spLocks noGrp="1"/>
          </p:cNvSpPr>
          <p:nvPr>
            <p:ph/>
          </p:nvPr>
        </p:nvSpPr>
        <p:spPr>
          <a:xfrm>
            <a:off x="62348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3"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5" name="PlaceHolder 2"/>
          <p:cNvSpPr>
            <a:spLocks noGrp="1"/>
          </p:cNvSpPr>
          <p:nvPr>
            <p:ph/>
          </p:nvPr>
        </p:nvSpPr>
        <p:spPr>
          <a:xfrm>
            <a:off x="199440" y="1097280"/>
            <a:ext cx="5747760" cy="539460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6"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67" name="PlaceHolder 4"/>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69"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0"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1" name="PlaceHolder 4"/>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3" name="PlaceHolder 2"/>
          <p:cNvSpPr>
            <a:spLocks noGrp="1"/>
          </p:cNvSpPr>
          <p:nvPr>
            <p:ph/>
          </p:nvPr>
        </p:nvSpPr>
        <p:spPr>
          <a:xfrm>
            <a:off x="199440" y="109728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4" name="PlaceHolder 3"/>
          <p:cNvSpPr>
            <a:spLocks noGrp="1"/>
          </p:cNvSpPr>
          <p:nvPr>
            <p:ph/>
          </p:nvPr>
        </p:nvSpPr>
        <p:spPr>
          <a:xfrm>
            <a:off x="199440" y="3915000"/>
            <a:ext cx="1177884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76" name="PlaceHolder 2"/>
          <p:cNvSpPr>
            <a:spLocks noGrp="1"/>
          </p:cNvSpPr>
          <p:nvPr>
            <p:ph/>
          </p:nvPr>
        </p:nvSpPr>
        <p:spPr>
          <a:xfrm>
            <a:off x="1994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7" name="PlaceHolder 3"/>
          <p:cNvSpPr>
            <a:spLocks noGrp="1"/>
          </p:cNvSpPr>
          <p:nvPr>
            <p:ph/>
          </p:nvPr>
        </p:nvSpPr>
        <p:spPr>
          <a:xfrm>
            <a:off x="6234840" y="109728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8" name="PlaceHolder 4"/>
          <p:cNvSpPr>
            <a:spLocks noGrp="1"/>
          </p:cNvSpPr>
          <p:nvPr>
            <p:ph/>
          </p:nvPr>
        </p:nvSpPr>
        <p:spPr>
          <a:xfrm>
            <a:off x="1994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79" name="PlaceHolder 5"/>
          <p:cNvSpPr>
            <a:spLocks noGrp="1"/>
          </p:cNvSpPr>
          <p:nvPr>
            <p:ph/>
          </p:nvPr>
        </p:nvSpPr>
        <p:spPr>
          <a:xfrm>
            <a:off x="6234840" y="3915000"/>
            <a:ext cx="574776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0" y="232920"/>
            <a:ext cx="12191760" cy="714600"/>
          </a:xfrm>
          <a:prstGeom prst="rect">
            <a:avLst/>
          </a:prstGeom>
          <a:noFill/>
          <a:ln w="0">
            <a:noFill/>
          </a:ln>
        </p:spPr>
        <p:txBody>
          <a:bodyPr lIns="0" tIns="0" rIns="0" bIns="0" anchor="ctr">
            <a:noAutofit/>
          </a:bodyPr>
          <a:lstStyle/>
          <a:p>
            <a:endParaRPr lang="en-US" sz="1800" b="0" strike="noStrike" spc="-1">
              <a:solidFill>
                <a:srgbClr val="000000"/>
              </a:solidFill>
              <a:latin typeface="Calibri" panose="020F0502020204030204"/>
            </a:endParaRPr>
          </a:p>
        </p:txBody>
      </p:sp>
      <p:sp>
        <p:nvSpPr>
          <p:cNvPr id="81" name="PlaceHolder 2"/>
          <p:cNvSpPr>
            <a:spLocks noGrp="1"/>
          </p:cNvSpPr>
          <p:nvPr>
            <p:ph/>
          </p:nvPr>
        </p:nvSpPr>
        <p:spPr>
          <a:xfrm>
            <a:off x="19944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2" name="PlaceHolder 3"/>
          <p:cNvSpPr>
            <a:spLocks noGrp="1"/>
          </p:cNvSpPr>
          <p:nvPr>
            <p:ph/>
          </p:nvPr>
        </p:nvSpPr>
        <p:spPr>
          <a:xfrm>
            <a:off x="418212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3" name="PlaceHolder 4"/>
          <p:cNvSpPr>
            <a:spLocks noGrp="1"/>
          </p:cNvSpPr>
          <p:nvPr>
            <p:ph/>
          </p:nvPr>
        </p:nvSpPr>
        <p:spPr>
          <a:xfrm>
            <a:off x="8164800" y="109728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4" name="PlaceHolder 5"/>
          <p:cNvSpPr>
            <a:spLocks noGrp="1"/>
          </p:cNvSpPr>
          <p:nvPr>
            <p:ph/>
          </p:nvPr>
        </p:nvSpPr>
        <p:spPr>
          <a:xfrm>
            <a:off x="19944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5" name="PlaceHolder 6"/>
          <p:cNvSpPr>
            <a:spLocks noGrp="1"/>
          </p:cNvSpPr>
          <p:nvPr>
            <p:ph/>
          </p:nvPr>
        </p:nvSpPr>
        <p:spPr>
          <a:xfrm>
            <a:off x="418212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
        <p:nvSpPr>
          <p:cNvPr id="86" name="PlaceHolder 7"/>
          <p:cNvSpPr>
            <a:spLocks noGrp="1"/>
          </p:cNvSpPr>
          <p:nvPr>
            <p:ph/>
          </p:nvPr>
        </p:nvSpPr>
        <p:spPr>
          <a:xfrm>
            <a:off x="8164800" y="3915000"/>
            <a:ext cx="3792600" cy="2572920"/>
          </a:xfrm>
          <a:prstGeom prst="rect">
            <a:avLst/>
          </a:prstGeom>
          <a:noFill/>
          <a:ln w="0">
            <a:noFill/>
          </a:ln>
        </p:spPr>
        <p:txBody>
          <a:bodyPr lIns="0" tIns="0" rIns="0" bIns="0" anchor="t">
            <a:normAutofit/>
          </a:bodyPr>
          <a:lstStyle/>
          <a:p>
            <a:pPr algn="just">
              <a:spcBef>
                <a:spcPts val="1415"/>
              </a:spcBef>
            </a:pPr>
            <a:endParaRPr lang="en-US" sz="2800" b="0" strike="noStrike" spc="-1">
              <a:solidFill>
                <a:srgbClr val="000000"/>
              </a:solidFill>
              <a:latin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Date Placeholder 3"/>
          <p:cNvSpPr/>
          <p:nvPr/>
        </p:nvSpPr>
        <p:spPr>
          <a:xfrm>
            <a:off x="777240" y="6634440"/>
            <a:ext cx="5781600" cy="220680"/>
          </a:xfrm>
          <a:prstGeom prst="rect">
            <a:avLst/>
          </a:prstGeom>
          <a:solidFill>
            <a:srgbClr val="002060"/>
          </a:solidFill>
          <a:ln w="0">
            <a:noFill/>
          </a:ln>
        </p:spPr>
        <p:style>
          <a:lnRef idx="0">
            <a:scrgbClr r="0" g="0" b="0"/>
          </a:lnRef>
          <a:fillRef idx="0">
            <a:scrgbClr r="0" g="0" b="0"/>
          </a:fillRef>
          <a:effectRef idx="0">
            <a:scrgbClr r="0" g="0" b="0"/>
          </a:effectRef>
          <a:fontRef idx="minor"/>
        </p:style>
      </p:sp>
      <p:sp>
        <p:nvSpPr>
          <p:cNvPr id="8" name="Date Placeholder 3"/>
          <p:cNvSpPr/>
          <p:nvPr/>
        </p:nvSpPr>
        <p:spPr>
          <a:xfrm>
            <a:off x="6559200" y="6634440"/>
            <a:ext cx="5194800" cy="220680"/>
          </a:xfrm>
          <a:prstGeom prst="rect">
            <a:avLst/>
          </a:prstGeom>
          <a:solidFill>
            <a:srgbClr val="008080"/>
          </a:solidFill>
          <a:ln w="0">
            <a:noFill/>
          </a:ln>
        </p:spPr>
        <p:style>
          <a:lnRef idx="0">
            <a:scrgbClr r="0" g="0" b="0"/>
          </a:lnRef>
          <a:fillRef idx="0">
            <a:scrgbClr r="0" g="0" b="0"/>
          </a:fillRef>
          <a:effectRef idx="0">
            <a:scrgbClr r="0" g="0" b="0"/>
          </a:effectRef>
          <a:fontRef idx="minor"/>
        </p:style>
      </p:sp>
      <p:sp>
        <p:nvSpPr>
          <p:cNvPr id="2" name="Date Placeholder 3"/>
          <p:cNvSpPr/>
          <p:nvPr/>
        </p:nvSpPr>
        <p:spPr>
          <a:xfrm>
            <a:off x="11754360" y="6636960"/>
            <a:ext cx="437400" cy="220680"/>
          </a:xfrm>
          <a:prstGeom prst="rect">
            <a:avLst/>
          </a:prstGeom>
          <a:solidFill>
            <a:schemeClr val="accent4"/>
          </a:solidFill>
          <a:ln w="0">
            <a:noFill/>
          </a:ln>
        </p:spPr>
        <p:style>
          <a:lnRef idx="0">
            <a:scrgbClr r="0" g="0" b="0"/>
          </a:lnRef>
          <a:fillRef idx="0">
            <a:scrgbClr r="0" g="0" b="0"/>
          </a:fillRef>
          <a:effectRef idx="0">
            <a:scrgbClr r="0" g="0" b="0"/>
          </a:effectRef>
          <a:fontRef idx="minor"/>
        </p:style>
      </p:sp>
      <p:sp>
        <p:nvSpPr>
          <p:cNvPr id="3" name="Date Placeholder 3"/>
          <p:cNvSpPr/>
          <p:nvPr/>
        </p:nvSpPr>
        <p:spPr>
          <a:xfrm>
            <a:off x="0" y="0"/>
            <a:ext cx="12191760" cy="232560"/>
          </a:xfrm>
          <a:prstGeom prst="rect">
            <a:avLst/>
          </a:prstGeom>
          <a:solidFill>
            <a:srgbClr val="006666"/>
          </a:solidFill>
          <a:ln w="0">
            <a:noFill/>
          </a:ln>
        </p:spPr>
        <p:style>
          <a:lnRef idx="0">
            <a:scrgbClr r="0" g="0" b="0"/>
          </a:lnRef>
          <a:fillRef idx="0">
            <a:scrgbClr r="0" g="0" b="0"/>
          </a:fillRef>
          <a:effectRef idx="0">
            <a:scrgbClr r="0" g="0" b="0"/>
          </a:effectRef>
          <a:fontRef idx="minor"/>
        </p:style>
      </p:sp>
      <p:sp>
        <p:nvSpPr>
          <p:cNvPr id="4" name="Date Placeholder 3"/>
          <p:cNvSpPr/>
          <p:nvPr/>
        </p:nvSpPr>
        <p:spPr>
          <a:xfrm>
            <a:off x="0" y="6634440"/>
            <a:ext cx="776880" cy="22104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sp>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800" b="0" strike="noStrike" spc="-1">
                <a:solidFill>
                  <a:srgbClr val="000000"/>
                </a:solidFill>
                <a:latin typeface="Calibri" panose="020F0502020204030204"/>
              </a:rPr>
              <a:t>Click to edit the title text format</a:t>
            </a:r>
          </a:p>
        </p:txBody>
      </p:sp>
      <p:sp>
        <p:nvSpPr>
          <p:cNvPr id="6"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1800" indent="-323850" algn="just">
              <a:spcBef>
                <a:spcPts val="1415"/>
              </a:spcBef>
              <a:buClr>
                <a:srgbClr val="000000"/>
              </a:buClr>
              <a:buSzPct val="45000"/>
              <a:buFont typeface="Wingdings" panose="05000000000000000000" pitchFamily="2" charset="2"/>
              <a:buChar char=""/>
            </a:pPr>
            <a:r>
              <a:rPr lang="en-US" sz="2800" b="0" strike="noStrike" spc="-1">
                <a:solidFill>
                  <a:srgbClr val="000000"/>
                </a:solidFill>
                <a:latin typeface="Times New Roman" panose="02020603050405020304"/>
              </a:rPr>
              <a:t>Click to edit the outline text format</a:t>
            </a:r>
          </a:p>
          <a:p>
            <a:pPr marL="864235" lvl="1" indent="-323850" algn="just">
              <a:spcBef>
                <a:spcPts val="1135"/>
              </a:spcBef>
              <a:buClr>
                <a:srgbClr val="000000"/>
              </a:buClr>
              <a:buSzPct val="75000"/>
              <a:buFont typeface="Symbol" panose="05050102010706020507" charset="2"/>
              <a:buChar char=""/>
            </a:pPr>
            <a:r>
              <a:rPr lang="en-US" sz="2000" b="0" strike="noStrike" spc="-1">
                <a:solidFill>
                  <a:srgbClr val="000000"/>
                </a:solidFill>
                <a:latin typeface="Times New Roman" panose="02020603050405020304"/>
              </a:rPr>
              <a:t>Second Outline Level</a:t>
            </a:r>
          </a:p>
          <a:p>
            <a:pPr marL="1296035" lvl="2" indent="-288290" algn="just">
              <a:spcBef>
                <a:spcPts val="850"/>
              </a:spcBef>
              <a:buClr>
                <a:srgbClr val="000000"/>
              </a:buClr>
              <a:buSzPct val="45000"/>
              <a:buFont typeface="Wingdings" panose="05000000000000000000" pitchFamily="2" charset="2"/>
              <a:buChar char=""/>
            </a:pPr>
            <a:r>
              <a:rPr lang="en-US" sz="1800" b="0" strike="noStrike" spc="-1">
                <a:solidFill>
                  <a:srgbClr val="000000"/>
                </a:solidFill>
                <a:latin typeface="Times New Roman" panose="02020603050405020304"/>
              </a:rPr>
              <a:t>Third Outline Level</a:t>
            </a:r>
          </a:p>
          <a:p>
            <a:pPr marL="1727835" lvl="3" indent="-215900" algn="just">
              <a:spcBef>
                <a:spcPts val="565"/>
              </a:spcBef>
              <a:buClr>
                <a:srgbClr val="000000"/>
              </a:buClr>
              <a:buSzPct val="75000"/>
              <a:buFont typeface="Symbol" panose="05050102010706020507" charset="2"/>
              <a:buChar char=""/>
            </a:pPr>
            <a:r>
              <a:rPr lang="en-US" sz="1800" b="0" strike="noStrike" spc="-1">
                <a:solidFill>
                  <a:srgbClr val="000000"/>
                </a:solidFill>
                <a:latin typeface="Times New Roman" panose="02020603050405020304"/>
              </a:rPr>
              <a:t>Fourth Outline Level</a:t>
            </a:r>
          </a:p>
          <a:p>
            <a:pPr marL="2160270" lvl="4"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Fifth Outline Level</a:t>
            </a:r>
          </a:p>
          <a:p>
            <a:pPr marL="2592070" lvl="5"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Sixth Outline Level</a:t>
            </a:r>
          </a:p>
          <a:p>
            <a:pPr marL="3023870" lvl="6" indent="-215900" algn="just">
              <a:spcBef>
                <a:spcPts val="285"/>
              </a:spcBef>
              <a:buClr>
                <a:srgbClr val="000000"/>
              </a:buClr>
              <a:buSzPct val="45000"/>
              <a:buFont typeface="Wingdings" panose="05000000000000000000" pitchFamily="2" charset="2"/>
              <a:buChar char=""/>
            </a:pPr>
            <a:r>
              <a:rPr lang="en-US" sz="2000" b="0" strike="noStrike" spc="-1">
                <a:solidFill>
                  <a:srgbClr val="000000"/>
                </a:solidFill>
                <a:latin typeface="Times New Roman" panose="020206030504050203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0" y="232460"/>
            <a:ext cx="12191760" cy="71506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Click to edit Master title style</a:t>
            </a:r>
            <a:endParaRPr lang="en-US" sz="4400" b="0" strike="noStrike" spc="-1" dirty="0">
              <a:solidFill>
                <a:srgbClr val="000000"/>
              </a:solidFill>
              <a:latin typeface="Calibri" panose="020F0502020204030204"/>
            </a:endParaRPr>
          </a:p>
        </p:txBody>
      </p:sp>
      <p:sp>
        <p:nvSpPr>
          <p:cNvPr id="44" name="PlaceHolder 2"/>
          <p:cNvSpPr>
            <a:spLocks noGrp="1"/>
          </p:cNvSpPr>
          <p:nvPr>
            <p:ph type="body"/>
          </p:nvPr>
        </p:nvSpPr>
        <p:spPr>
          <a:xfrm>
            <a:off x="199440" y="1097280"/>
            <a:ext cx="11778840" cy="5394600"/>
          </a:xfrm>
          <a:prstGeom prst="rect">
            <a:avLst/>
          </a:prstGeom>
          <a:noFill/>
          <a:ln w="0">
            <a:noFill/>
          </a:ln>
        </p:spPr>
        <p:txBody>
          <a:bodyPr anchor="t">
            <a:noAutofit/>
          </a:bodyPr>
          <a:lstStyle/>
          <a:p>
            <a:pPr marL="228600" indent="-228600" algn="just">
              <a:lnSpc>
                <a:spcPct val="90000"/>
              </a:lnSpc>
              <a:spcBef>
                <a:spcPts val="1000"/>
              </a:spcBef>
              <a:buClr>
                <a:srgbClr val="000000"/>
              </a:buClr>
              <a:buFont typeface="Wingdings" panose="05000000000000000000" pitchFamily="2" charset="2"/>
              <a:buChar char=""/>
            </a:pPr>
            <a:r>
              <a:rPr lang="en-US" sz="2800" b="0" strike="noStrike" spc="-1" dirty="0">
                <a:solidFill>
                  <a:srgbClr val="000000"/>
                </a:solidFill>
                <a:latin typeface="Times New Roman" panose="02020603050405020304"/>
              </a:rPr>
              <a:t>Edit Master text styles</a:t>
            </a:r>
          </a:p>
          <a:p>
            <a:pPr marL="685800" lvl="1" indent="-228600" algn="just">
              <a:lnSpc>
                <a:spcPct val="90000"/>
              </a:lnSpc>
              <a:spcBef>
                <a:spcPts val="500"/>
              </a:spcBef>
              <a:buClr>
                <a:srgbClr val="000000"/>
              </a:buClr>
              <a:buFont typeface="Wingdings" panose="05000000000000000000" pitchFamily="2" charset="2"/>
              <a:buChar char=""/>
            </a:pPr>
            <a:r>
              <a:rPr lang="en-US" sz="2400" b="0" strike="noStrike" spc="-1" dirty="0">
                <a:solidFill>
                  <a:srgbClr val="000000"/>
                </a:solidFill>
                <a:latin typeface="Times New Roman" panose="02020603050405020304"/>
              </a:rPr>
              <a:t>Second level</a:t>
            </a:r>
          </a:p>
          <a:p>
            <a:pPr marL="1143000" lvl="2" indent="-228600" algn="just">
              <a:lnSpc>
                <a:spcPct val="90000"/>
              </a:lnSpc>
              <a:spcBef>
                <a:spcPts val="500"/>
              </a:spcBef>
              <a:buClr>
                <a:srgbClr val="000000"/>
              </a:buClr>
              <a:buFont typeface="Courier New" panose="02070309020205020404"/>
              <a:buChar char="o"/>
            </a:pPr>
            <a:r>
              <a:rPr lang="en-US" sz="2000" b="0" strike="noStrike" spc="-1" dirty="0">
                <a:solidFill>
                  <a:srgbClr val="000000"/>
                </a:solidFill>
                <a:latin typeface="Times New Roman" panose="02020603050405020304"/>
              </a:rPr>
              <a:t>Third level</a:t>
            </a:r>
          </a:p>
          <a:p>
            <a:pPr marL="1600200" lvl="3" indent="-228600" algn="just">
              <a:lnSpc>
                <a:spcPct val="90000"/>
              </a:lnSpc>
              <a:spcBef>
                <a:spcPts val="500"/>
              </a:spcBef>
              <a:buClr>
                <a:srgbClr val="000000"/>
              </a:buClr>
              <a:buFont typeface="Wingdings" panose="05000000000000000000" pitchFamily="2" charset="2"/>
              <a:buChar char=""/>
            </a:pPr>
            <a:r>
              <a:rPr lang="en-US" sz="1800" b="0" strike="noStrike" spc="-1" dirty="0">
                <a:solidFill>
                  <a:srgbClr val="000000"/>
                </a:solidFill>
                <a:latin typeface="Times New Roman" panose="02020603050405020304"/>
              </a:rPr>
              <a:t>Fourth level</a:t>
            </a:r>
          </a:p>
          <a:p>
            <a:pPr marL="2057400" lvl="4" indent="-228600" algn="just">
              <a:lnSpc>
                <a:spcPct val="90000"/>
              </a:lnSpc>
              <a:spcBef>
                <a:spcPts val="500"/>
              </a:spcBef>
              <a:buClr>
                <a:srgbClr val="000000"/>
              </a:buClr>
              <a:buFont typeface="Arial" panose="020B0604020202020204"/>
              <a:buChar char="•"/>
            </a:pPr>
            <a:r>
              <a:rPr lang="en-US" sz="1800" b="0" strike="noStrike" spc="-1" dirty="0">
                <a:solidFill>
                  <a:srgbClr val="000000"/>
                </a:solidFill>
                <a:latin typeface="Times New Roman" panose="02020603050405020304"/>
              </a:rPr>
              <a:t>Fifth level</a:t>
            </a:r>
          </a:p>
        </p:txBody>
      </p:sp>
      <p:sp>
        <p:nvSpPr>
          <p:cNvPr id="45" name="Date Placeholder 3"/>
          <p:cNvSpPr/>
          <p:nvPr/>
        </p:nvSpPr>
        <p:spPr>
          <a:xfrm>
            <a:off x="777240" y="6642720"/>
            <a:ext cx="5653800" cy="214920"/>
          </a:xfrm>
          <a:prstGeom prst="rect">
            <a:avLst/>
          </a:prstGeom>
          <a:solidFill>
            <a:srgbClr val="00206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Dept. of Computer Science and Engineering</a:t>
            </a:r>
            <a:endParaRPr lang="en-IN" sz="1600" b="0" strike="noStrike" spc="-1" dirty="0">
              <a:latin typeface="Arial" panose="020B0604020202020204"/>
            </a:endParaRPr>
          </a:p>
        </p:txBody>
      </p:sp>
      <p:sp>
        <p:nvSpPr>
          <p:cNvPr id="46" name="Date Placeholder 3"/>
          <p:cNvSpPr/>
          <p:nvPr/>
        </p:nvSpPr>
        <p:spPr>
          <a:xfrm>
            <a:off x="6431400" y="6642000"/>
            <a:ext cx="5322600" cy="215640"/>
          </a:xfrm>
          <a:prstGeom prst="rect">
            <a:avLst/>
          </a:prstGeom>
          <a:solidFill>
            <a:srgbClr val="008080"/>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a:solidFill>
                  <a:srgbClr val="FFFFFF"/>
                </a:solidFill>
                <a:latin typeface="Times New Roman" panose="02020603050405020304"/>
              </a:rPr>
              <a:t>Srinivasa Ramanujan Institute of Technology</a:t>
            </a:r>
            <a:endParaRPr lang="en-IN" sz="1600" b="0" strike="noStrike" spc="-1">
              <a:latin typeface="Arial" panose="020B0604020202020204"/>
            </a:endParaRPr>
          </a:p>
        </p:txBody>
      </p:sp>
      <p:sp>
        <p:nvSpPr>
          <p:cNvPr id="47" name="Date Placeholder 3"/>
          <p:cNvSpPr/>
          <p:nvPr/>
        </p:nvSpPr>
        <p:spPr>
          <a:xfrm>
            <a:off x="11623040" y="6642100"/>
            <a:ext cx="568960" cy="215900"/>
          </a:xfrm>
          <a:prstGeom prst="rect">
            <a:avLst/>
          </a:prstGeom>
          <a:solidFill>
            <a:schemeClr val="accent4"/>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fld id="{287FBA57-AD8A-4D8D-8881-00EAA4F18DD5}" type="slidenum">
              <a:rPr lang="en-IN" sz="1600" b="1" strike="noStrike" spc="-1">
                <a:solidFill>
                  <a:srgbClr val="002060"/>
                </a:solidFill>
                <a:latin typeface="Times New Roman" panose="02020603050405020304"/>
              </a:rPr>
              <a:t>‹#›</a:t>
            </a:fld>
            <a:endParaRPr lang="en-IN" sz="1600" b="0" strike="noStrike" spc="-1">
              <a:latin typeface="Arial" panose="020B0604020202020204"/>
            </a:endParaRPr>
          </a:p>
        </p:txBody>
      </p:sp>
      <p:sp>
        <p:nvSpPr>
          <p:cNvPr id="48" name="Date Placeholder 3"/>
          <p:cNvSpPr/>
          <p:nvPr/>
        </p:nvSpPr>
        <p:spPr>
          <a:xfrm>
            <a:off x="0" y="0"/>
            <a:ext cx="12191760" cy="232460"/>
          </a:xfrm>
          <a:prstGeom prst="rect">
            <a:avLst/>
          </a:prstGeom>
          <a:solidFill>
            <a:srgbClr val="006666"/>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500" b="1" i="1" strike="noStrike" spc="-1" dirty="0">
                <a:solidFill>
                  <a:srgbClr val="FFFFFF"/>
                </a:solidFill>
                <a:latin typeface="Times New Roman" panose="02020603050405020304"/>
              </a:rPr>
              <a:t>InternXpert</a:t>
            </a:r>
            <a:r>
              <a:rPr lang="en-US" sz="1500" b="1" i="1" strike="noStrike" spc="-1" baseline="0" dirty="0">
                <a:solidFill>
                  <a:srgbClr val="FFFFFF"/>
                </a:solidFill>
                <a:latin typeface="Times New Roman" panose="02020603050405020304"/>
              </a:rPr>
              <a:t> – Smart Internship Explorer and Verification Portal</a:t>
            </a:r>
            <a:endParaRPr lang="en-IN" sz="1500" b="0" strike="noStrike" spc="-1" dirty="0">
              <a:latin typeface="Arial" panose="020B0604020202020204"/>
            </a:endParaRPr>
          </a:p>
        </p:txBody>
      </p:sp>
      <p:pic>
        <p:nvPicPr>
          <p:cNvPr id="49" name="Picture 5"/>
          <p:cNvPicPr/>
          <p:nvPr/>
        </p:nvPicPr>
        <p:blipFill>
          <a:blip r:embed="rId14" cstate="print"/>
          <a:stretch>
            <a:fillRect/>
          </a:stretch>
        </p:blipFill>
        <p:spPr>
          <a:xfrm>
            <a:off x="11506320" y="5956200"/>
            <a:ext cx="685440" cy="685440"/>
          </a:xfrm>
          <a:prstGeom prst="rect">
            <a:avLst/>
          </a:prstGeom>
          <a:ln w="0">
            <a:noFill/>
          </a:ln>
        </p:spPr>
      </p:pic>
      <p:sp>
        <p:nvSpPr>
          <p:cNvPr id="50" name="Date Placeholder 3"/>
          <p:cNvSpPr/>
          <p:nvPr/>
        </p:nvSpPr>
        <p:spPr>
          <a:xfrm>
            <a:off x="0" y="6642735"/>
            <a:ext cx="932815" cy="214630"/>
          </a:xfrm>
          <a:prstGeom prst="rect">
            <a:avLst/>
          </a:prstGeom>
          <a:solidFill>
            <a:schemeClr val="accent2">
              <a:lumMod val="75000"/>
            </a:schemeClr>
          </a:solidFill>
          <a:ln w="0">
            <a:noFill/>
          </a:ln>
        </p:spPr>
        <p:style>
          <a:lnRef idx="0">
            <a:scrgbClr r="0" g="0" b="0"/>
          </a:lnRef>
          <a:fillRef idx="0">
            <a:scrgbClr r="0" g="0" b="0"/>
          </a:fillRef>
          <a:effectRef idx="0">
            <a:scrgbClr r="0" g="0" b="0"/>
          </a:effectRef>
          <a:fontRef idx="minor"/>
        </p:style>
        <p:txBody>
          <a:bodyPr anchor="ctr">
            <a:noAutofit/>
          </a:bodyPr>
          <a:lstStyle/>
          <a:p>
            <a:pPr algn="ctr">
              <a:lnSpc>
                <a:spcPct val="100000"/>
              </a:lnSpc>
            </a:pPr>
            <a:r>
              <a:rPr lang="en-US" sz="1600" b="0" strike="noStrike" cap="small" spc="-1" dirty="0">
                <a:solidFill>
                  <a:srgbClr val="FFFFFF"/>
                </a:solidFill>
                <a:latin typeface="Times New Roman" panose="02020603050405020304"/>
              </a:rPr>
              <a:t>A - 7</a:t>
            </a:r>
            <a:endParaRPr lang="en-IN" sz="1600" b="0" strike="noStrike" spc="-1" dirty="0">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7772390" y="1646950"/>
            <a:ext cx="2905134" cy="6925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000" b="0" dirty="0">
                <a:effectLst>
                  <a:outerShdw blurRad="38100" dist="38100" dir="2700000" algn="tl">
                    <a:srgbClr val="000000">
                      <a:alpha val="43137"/>
                    </a:srgbClr>
                  </a:outerShdw>
                </a:effectLst>
              </a:rPr>
              <a:t>M</a:t>
            </a:r>
            <a:r>
              <a:rPr lang="en-IN" sz="2000" b="0" dirty="0">
                <a:effectLst>
                  <a:outerShdw blurRad="38100" dist="38100" dir="2700000" algn="tl">
                    <a:srgbClr val="000000">
                      <a:alpha val="43137"/>
                    </a:srgbClr>
                  </a:outerShdw>
                </a:effectLst>
              </a:rPr>
              <a:t>. </a:t>
            </a:r>
            <a:r>
              <a:rPr lang="en-IN" sz="2000" b="0" dirty="0" err="1">
                <a:effectLst>
                  <a:outerShdw blurRad="38100" dist="38100" dir="2700000" algn="tl">
                    <a:srgbClr val="000000">
                      <a:alpha val="43137"/>
                    </a:srgbClr>
                  </a:outerShdw>
                </a:effectLst>
              </a:rPr>
              <a:t>YamunaSree</a:t>
            </a:r>
            <a:endParaRPr lang="en-US" sz="2000" b="0" dirty="0">
              <a:effectLst>
                <a:outerShdw blurRad="38100" dist="38100" dir="2700000" algn="tl">
                  <a:srgbClr val="000000">
                    <a:alpha val="43137"/>
                  </a:srgbClr>
                </a:outerShdw>
              </a:effectLst>
            </a:endParaRPr>
          </a:p>
          <a:p>
            <a:pPr>
              <a:spcBef>
                <a:spcPts val="300"/>
              </a:spcBef>
            </a:pPr>
            <a:r>
              <a:rPr lang="en-US" sz="2000" b="0" dirty="0"/>
              <a:t>Roll No. 224G1A05C6</a:t>
            </a:r>
          </a:p>
          <a:p>
            <a:pPr>
              <a:spcBef>
                <a:spcPts val="300"/>
              </a:spcBef>
            </a:pPr>
            <a:endParaRPr lang="en-US" sz="2000" b="0" dirty="0"/>
          </a:p>
        </p:txBody>
      </p:sp>
      <p:sp>
        <p:nvSpPr>
          <p:cNvPr id="6" name="Subtitle 11"/>
          <p:cNvSpPr txBox="1"/>
          <p:nvPr/>
        </p:nvSpPr>
        <p:spPr>
          <a:xfrm>
            <a:off x="3505200" y="2474701"/>
            <a:ext cx="5486400"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200" b="0" dirty="0">
                <a:effectLst>
                  <a:outerShdw blurRad="38100" dist="38100" dir="2700000" algn="tl">
                    <a:srgbClr val="000000">
                      <a:alpha val="43137"/>
                    </a:srgbClr>
                  </a:outerShdw>
                </a:effectLst>
              </a:rPr>
              <a:t>Mr. G. </a:t>
            </a:r>
            <a:r>
              <a:rPr lang="en-IN" sz="2200" b="0">
                <a:effectLst>
                  <a:outerShdw blurRad="38100" dist="38100" dir="2700000" algn="tl">
                    <a:srgbClr val="000000">
                      <a:alpha val="43137"/>
                    </a:srgbClr>
                  </a:outerShdw>
                </a:effectLst>
              </a:rPr>
              <a:t>Nagaleela</a:t>
            </a:r>
            <a:r>
              <a:rPr lang="en-IN" sz="2200" b="0" dirty="0">
                <a:effectLst>
                  <a:outerShdw blurRad="38100" dist="38100" dir="2700000" algn="tl">
                    <a:srgbClr val="000000">
                      <a:alpha val="43137"/>
                    </a:srgbClr>
                  </a:outerShdw>
                </a:effectLst>
              </a:rPr>
              <a:t>, M.Tech (Ph.D.)</a:t>
            </a:r>
          </a:p>
          <a:p>
            <a:pPr>
              <a:spcBef>
                <a:spcPts val="200"/>
              </a:spcBef>
            </a:pPr>
            <a:r>
              <a:rPr lang="en-IN" sz="1800" b="0" dirty="0">
                <a:effectLst>
                  <a:outerShdw blurRad="38100" dist="38100" dir="2700000" algn="tl">
                    <a:srgbClr val="000000">
                      <a:alpha val="43137"/>
                    </a:srgbClr>
                  </a:outerShdw>
                </a:effectLst>
              </a:rPr>
              <a:t>Assistant Professor</a:t>
            </a:r>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300" dirty="0"/>
              <a:t>Rotarypuram Village, B K Samudram Mandal, Ananthapuramu – 515701.</a:t>
            </a:r>
          </a:p>
          <a:p>
            <a:pPr>
              <a:spcAft>
                <a:spcPts val="100"/>
              </a:spcAft>
            </a:pPr>
            <a:r>
              <a:rPr lang="en-US" sz="2500" dirty="0">
                <a:solidFill>
                  <a:schemeClr val="accent1">
                    <a:lumMod val="50000"/>
                  </a:schemeClr>
                </a:solidFill>
              </a:rPr>
              <a:t>2025-2026</a:t>
            </a:r>
            <a:endParaRPr lang="en-US" sz="2500" b="0" dirty="0"/>
          </a:p>
          <a:p>
            <a:endParaRPr lang="en-IN" b="0" dirty="0"/>
          </a:p>
        </p:txBody>
      </p:sp>
      <p:sp>
        <p:nvSpPr>
          <p:cNvPr id="12" name="Subtitle 11"/>
          <p:cNvSpPr txBox="1"/>
          <p:nvPr/>
        </p:nvSpPr>
        <p:spPr>
          <a:xfrm>
            <a:off x="4419590" y="1646950"/>
            <a:ext cx="3352800" cy="6925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000" b="0" dirty="0">
                <a:effectLst>
                  <a:outerShdw blurRad="38100" dist="38100" dir="2700000" algn="tl">
                    <a:srgbClr val="000000">
                      <a:alpha val="43137"/>
                    </a:srgbClr>
                  </a:outerShdw>
                </a:effectLst>
              </a:rPr>
              <a:t>K</a:t>
            </a:r>
            <a:r>
              <a:rPr lang="en-IN" sz="2000" b="0" dirty="0">
                <a:effectLst>
                  <a:outerShdw blurRad="38100" dist="38100" dir="2700000" algn="tl">
                    <a:srgbClr val="000000">
                      <a:alpha val="43137"/>
                    </a:srgbClr>
                  </a:outerShdw>
                </a:effectLst>
              </a:rPr>
              <a:t>. Noor Basha</a:t>
            </a:r>
            <a:endParaRPr lang="en-US" sz="2000" b="0" dirty="0">
              <a:effectLst>
                <a:outerShdw blurRad="38100" dist="38100" dir="2700000" algn="tl">
                  <a:srgbClr val="000000">
                    <a:alpha val="43137"/>
                  </a:srgbClr>
                </a:outerShdw>
              </a:effectLst>
            </a:endParaRPr>
          </a:p>
          <a:p>
            <a:pPr>
              <a:spcBef>
                <a:spcPts val="300"/>
              </a:spcBef>
            </a:pPr>
            <a:r>
              <a:rPr lang="en-US" sz="2000" b="0" dirty="0"/>
              <a:t>Roll No. 234G5A0510</a:t>
            </a:r>
          </a:p>
          <a:p>
            <a:pPr>
              <a:spcBef>
                <a:spcPts val="300"/>
              </a:spcBef>
            </a:pPr>
            <a:endParaRPr lang="en-US" sz="2000" b="0" dirty="0"/>
          </a:p>
        </p:txBody>
      </p:sp>
      <p:sp>
        <p:nvSpPr>
          <p:cNvPr id="13" name="Subtitle 11"/>
          <p:cNvSpPr txBox="1"/>
          <p:nvPr/>
        </p:nvSpPr>
        <p:spPr>
          <a:xfrm>
            <a:off x="8153400" y="1717892"/>
            <a:ext cx="2382924" cy="5845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endParaRPr lang="en-US" sz="2800" b="0" dirty="0"/>
          </a:p>
        </p:txBody>
      </p:sp>
      <p:sp>
        <p:nvSpPr>
          <p:cNvPr id="14" name="Subtitle 11"/>
          <p:cNvSpPr txBox="1"/>
          <p:nvPr/>
        </p:nvSpPr>
        <p:spPr>
          <a:xfrm>
            <a:off x="1600200" y="1684054"/>
            <a:ext cx="2611524" cy="6183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000" b="0" dirty="0" err="1">
                <a:effectLst>
                  <a:outerShdw blurRad="38100" dist="38100" dir="2700000" algn="tl">
                    <a:srgbClr val="000000">
                      <a:alpha val="43137"/>
                    </a:srgbClr>
                  </a:outerShdw>
                </a:effectLst>
              </a:rPr>
              <a:t>E.S.Arif</a:t>
            </a:r>
            <a:r>
              <a:rPr lang="en-US" sz="2000" b="0" dirty="0">
                <a:effectLst>
                  <a:outerShdw blurRad="38100" dist="38100" dir="2700000" algn="tl">
                    <a:srgbClr val="000000">
                      <a:alpha val="43137"/>
                    </a:srgbClr>
                  </a:outerShdw>
                </a:effectLst>
              </a:rPr>
              <a:t> Azeem</a:t>
            </a:r>
          </a:p>
          <a:p>
            <a:pPr>
              <a:spcBef>
                <a:spcPts val="300"/>
              </a:spcBef>
            </a:pPr>
            <a:r>
              <a:rPr lang="en-US" sz="2000" b="0" dirty="0"/>
              <a:t>Roll No. 224G1A0506</a:t>
            </a:r>
          </a:p>
          <a:p>
            <a:pPr>
              <a:spcBef>
                <a:spcPts val="300"/>
              </a:spcBef>
            </a:pPr>
            <a:endParaRPr lang="en-US" sz="2000" b="0" dirty="0"/>
          </a:p>
        </p:txBody>
      </p:sp>
      <p:sp>
        <p:nvSpPr>
          <p:cNvPr id="17" name="Rectangle: Rounded Corners 16"/>
          <p:cNvSpPr/>
          <p:nvPr/>
        </p:nvSpPr>
        <p:spPr>
          <a:xfrm>
            <a:off x="831908" y="268286"/>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Women Wellness </a:t>
            </a:r>
            <a:r>
              <a:rPr lang="en-IN"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dirty="0"/>
              <a:t>AI Medical Analyzer for Women</a:t>
            </a:r>
            <a:endParaRPr lang="en-IN"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p:cNvSpPr/>
          <p:nvPr/>
        </p:nvSpPr>
        <p:spPr>
          <a:xfrm>
            <a:off x="2714838" y="124794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idx="4294967295"/>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dirty="0">
                <a:solidFill>
                  <a:srgbClr val="FFFFFF"/>
                </a:solidFill>
                <a:latin typeface="Times New Roman" panose="02020603050405020304"/>
              </a:rPr>
              <a:t>Contents</a:t>
            </a:r>
            <a:endParaRPr lang="en-US" sz="4400" b="0" strike="noStrike" spc="-1" dirty="0">
              <a:solidFill>
                <a:srgbClr val="000000"/>
              </a:solidFill>
              <a:latin typeface="Calibri" panose="020F0502020204030204"/>
            </a:endParaRPr>
          </a:p>
        </p:txBody>
      </p:sp>
      <p:sp>
        <p:nvSpPr>
          <p:cNvPr id="98" name="PlaceHolder 2"/>
          <p:cNvSpPr>
            <a:spLocks noGrp="1"/>
          </p:cNvSpPr>
          <p:nvPr>
            <p:ph idx="4294967295"/>
          </p:nvPr>
        </p:nvSpPr>
        <p:spPr>
          <a:xfrm>
            <a:off x="199440" y="1097280"/>
            <a:ext cx="11778840" cy="5394600"/>
          </a:xfrm>
          <a:prstGeom prst="rect">
            <a:avLst/>
          </a:prstGeom>
          <a:noFill/>
          <a:ln w="0">
            <a:noFill/>
          </a:ln>
        </p:spPr>
        <p:txBody>
          <a:bodyPr anchor="t">
            <a:noAutofit/>
          </a:bodyPr>
          <a:lstStyle/>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Title Justification</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Abstract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Problem statement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Objectives of Project</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Literature survey for objectives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Proposed Work -(Methods to be followed for proposed system) </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References</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GitHub Link</a:t>
            </a:r>
          </a:p>
          <a:p>
            <a:pPr marL="462280" indent="-462280" algn="just">
              <a:lnSpc>
                <a:spcPct val="90000"/>
              </a:lnSpc>
              <a:spcBef>
                <a:spcPts val="1000"/>
              </a:spcBef>
              <a:buSzPct val="100000"/>
              <a:buBlip>
                <a:blip r:embed="rId3"/>
              </a:buBlip>
            </a:pPr>
            <a:r>
              <a:rPr lang="en-US" sz="2800" b="0" strike="noStrike" spc="-1" dirty="0">
                <a:solidFill>
                  <a:srgbClr val="000000"/>
                </a:solidFill>
                <a:latin typeface="Times New Roman" panose="02020603050405020304"/>
              </a:rPr>
              <a:t>Queries</a:t>
            </a:r>
          </a:p>
          <a:p>
            <a:pPr algn="just">
              <a:lnSpc>
                <a:spcPct val="90000"/>
              </a:lnSpc>
              <a:spcBef>
                <a:spcPts val="1000"/>
              </a:spcBef>
              <a:tabLst>
                <a:tab pos="0" algn="l"/>
              </a:tabLst>
            </a:pPr>
            <a:endParaRPr lang="en-US" sz="2800" b="0" strike="noStrike" spc="-1" dirty="0">
              <a:solidFill>
                <a:srgbClr val="000000"/>
              </a:solidFill>
              <a:latin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24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dirty="0">
                <a:solidFill>
                  <a:schemeClr val="bg1"/>
                </a:solidFill>
                <a:latin typeface="Times New Roman" panose="02020603050405020304"/>
                <a:sym typeface="+mn-ea"/>
              </a:rPr>
              <a:t>Title Justification</a:t>
            </a:r>
            <a:endParaRPr lang="en-US" sz="4400" b="0" strike="noStrike" spc="-1" dirty="0">
              <a:solidFill>
                <a:schemeClr val="bg1"/>
              </a:solidFill>
              <a:latin typeface="Calibri" panose="020F0502020204030204"/>
            </a:endParaRPr>
          </a:p>
        </p:txBody>
      </p:sp>
      <p:sp>
        <p:nvSpPr>
          <p:cNvPr id="98" name="PlaceHolder 2"/>
          <p:cNvSpPr>
            <a:spLocks noGrp="1"/>
          </p:cNvSpPr>
          <p:nvPr>
            <p:ph/>
          </p:nvPr>
        </p:nvSpPr>
        <p:spPr>
          <a:xfrm>
            <a:off x="199440" y="1097280"/>
            <a:ext cx="11778840" cy="5394600"/>
          </a:xfrm>
          <a:prstGeom prst="rect">
            <a:avLst/>
          </a:prstGeom>
          <a:noFill/>
          <a:ln w="0">
            <a:noFill/>
          </a:ln>
        </p:spPr>
        <p:txBody>
          <a:bodyPr anchor="t">
            <a:noAutofit/>
          </a:bodyPr>
          <a:lstStyle/>
          <a:p>
            <a:pPr algn="just">
              <a:lnSpc>
                <a:spcPct val="90000"/>
              </a:lnSpc>
              <a:spcBef>
                <a:spcPts val="1000"/>
              </a:spcBef>
              <a:tabLst>
                <a:tab pos="0" algn="l"/>
              </a:tabLst>
            </a:pPr>
            <a:r>
              <a:rPr lang="en-US" sz="2800" b="1" strike="noStrike" spc="-1" dirty="0">
                <a:solidFill>
                  <a:srgbClr val="000000"/>
                </a:solidFill>
                <a:latin typeface="Times New Roman" panose="02020603050405020304"/>
              </a:rPr>
              <a:t>Project Title: </a:t>
            </a:r>
          </a:p>
          <a:p>
            <a:pPr algn="l">
              <a:lnSpc>
                <a:spcPct val="90000"/>
              </a:lnSpc>
              <a:spcBef>
                <a:spcPts val="1000"/>
              </a:spcBef>
              <a:tabLst>
                <a:tab pos="0" algn="l"/>
              </a:tabLst>
            </a:pPr>
            <a:r>
              <a:rPr lang="en-US" sz="2800" spc="-1" dirty="0">
                <a:solidFill>
                  <a:srgbClr val="000000"/>
                </a:solidFill>
                <a:latin typeface="Times New Roman" panose="02020603050405020304"/>
              </a:rPr>
              <a:t>		</a:t>
            </a:r>
            <a:r>
              <a:rPr lang="en-US" sz="2600" spc="-1" dirty="0">
                <a:solidFill>
                  <a:srgbClr val="000000"/>
                </a:solidFill>
                <a:latin typeface="Times New Roman" panose="02020603050405020304"/>
              </a:rPr>
              <a:t>Women Wellness</a:t>
            </a:r>
            <a:r>
              <a:rPr lang="en-US" sz="2600" strike="noStrike" spc="-1" dirty="0">
                <a:solidFill>
                  <a:srgbClr val="000000"/>
                </a:solidFill>
                <a:latin typeface="Times New Roman" panose="02020603050405020304"/>
              </a:rPr>
              <a:t> – </a:t>
            </a:r>
            <a:r>
              <a:rPr lang="en-US" sz="2400" dirty="0"/>
              <a:t>AI Medical Analyzer for Women</a:t>
            </a:r>
            <a:endParaRPr lang="en-US" sz="2400" strike="noStrike" spc="-1" dirty="0">
              <a:solidFill>
                <a:srgbClr val="000000"/>
              </a:solidFill>
              <a:latin typeface="Times New Roman" panose="02020603050405020304"/>
            </a:endParaRPr>
          </a:p>
          <a:p>
            <a:pPr algn="just">
              <a:lnSpc>
                <a:spcPct val="90000"/>
              </a:lnSpc>
              <a:spcBef>
                <a:spcPts val="1000"/>
              </a:spcBef>
              <a:tabLst>
                <a:tab pos="0" algn="l"/>
              </a:tabLst>
            </a:pPr>
            <a:r>
              <a:rPr lang="en-US" sz="2800" b="1" spc="-1" dirty="0">
                <a:solidFill>
                  <a:srgbClr val="000000"/>
                </a:solidFill>
                <a:latin typeface="Times New Roman" panose="02020603050405020304"/>
              </a:rPr>
              <a:t>Title Justification:</a:t>
            </a:r>
          </a:p>
          <a:p>
            <a:pPr algn="just">
              <a:spcBef>
                <a:spcPts val="1000"/>
              </a:spcBef>
              <a:tabLst>
                <a:tab pos="0" algn="l"/>
              </a:tabLst>
            </a:pPr>
            <a:r>
              <a:rPr lang="en-US" sz="2400" b="1" dirty="0"/>
              <a:t>	</a:t>
            </a:r>
            <a:r>
              <a:rPr lang="en-US" sz="2200" b="1" dirty="0">
                <a:latin typeface="Times New Roman" panose="02020603050405020304" pitchFamily="18" charset="0"/>
                <a:cs typeface="Times New Roman" panose="02020603050405020304" pitchFamily="18" charset="0"/>
              </a:rPr>
              <a:t>1. </a:t>
            </a:r>
            <a:r>
              <a:rPr lang="en-IN" sz="2000" b="1" dirty="0"/>
              <a:t>AI Medical Analyzer</a:t>
            </a:r>
            <a:r>
              <a:rPr lang="en-US" sz="2200" b="1" dirty="0">
                <a:latin typeface="Times New Roman" panose="02020603050405020304" pitchFamily="18" charset="0"/>
                <a:cs typeface="Times New Roman" panose="02020603050405020304" pitchFamily="18" charset="0"/>
              </a:rPr>
              <a:t>:</a:t>
            </a:r>
            <a:r>
              <a:rPr lang="en-US" sz="2000" dirty="0"/>
              <a:t>Represents an automated intelligent system that assists women in understanding their health parameters.</a:t>
            </a:r>
            <a:r>
              <a:rPr lang="en-US" sz="2000" dirty="0">
                <a:latin typeface="Times New Roman" panose="02020603050405020304" pitchFamily="18" charset="0"/>
                <a:cs typeface="Times New Roman" panose="02020603050405020304" pitchFamily="18" charset="0"/>
              </a:rPr>
              <a:t>.</a:t>
            </a:r>
          </a:p>
          <a:p>
            <a:pPr algn="just">
              <a:spcBef>
                <a:spcPts val="1000"/>
              </a:spcBef>
              <a:tabLst>
                <a:tab pos="0" algn="l"/>
              </a:tabLst>
            </a:pPr>
            <a:r>
              <a:rPr lang="en-US" sz="2200" b="1" dirty="0">
                <a:latin typeface="Times New Roman" panose="02020603050405020304" pitchFamily="18" charset="0"/>
                <a:cs typeface="Times New Roman" panose="02020603050405020304" pitchFamily="18" charset="0"/>
              </a:rPr>
              <a:t>2. </a:t>
            </a:r>
            <a:r>
              <a:rPr lang="en-IN" sz="2000" b="1" dirty="0"/>
              <a:t>For Women</a:t>
            </a:r>
            <a:r>
              <a:rPr lang="en-US" sz="2200" b="1" dirty="0">
                <a:latin typeface="Times New Roman" panose="02020603050405020304" pitchFamily="18" charset="0"/>
                <a:cs typeface="Times New Roman" panose="02020603050405020304" pitchFamily="18" charset="0"/>
              </a:rPr>
              <a:t>: </a:t>
            </a:r>
            <a:r>
              <a:rPr lang="en-US" sz="2000" dirty="0"/>
              <a:t>Focuses specifically on women's health conditions, making the system targeted and user-centric.</a:t>
            </a:r>
          </a:p>
          <a:p>
            <a:pPr algn="just">
              <a:spcBef>
                <a:spcPts val="1000"/>
              </a:spcBef>
              <a:tabLst>
                <a:tab pos="0" algn="l"/>
              </a:tabLst>
            </a:pPr>
            <a:r>
              <a:rPr lang="en-US" sz="2200" b="1" dirty="0">
                <a:latin typeface="Times New Roman" panose="02020603050405020304" pitchFamily="18" charset="0"/>
                <a:cs typeface="Times New Roman" panose="02020603050405020304" pitchFamily="18" charset="0"/>
              </a:rPr>
              <a:t>3. </a:t>
            </a:r>
            <a:r>
              <a:rPr lang="en-US" sz="2000" b="1" dirty="0"/>
              <a:t>PCOS, Fibroid &amp; Breast Cancer Detection</a:t>
            </a:r>
            <a:r>
              <a:rPr lang="en-US" sz="2400" dirty="0"/>
              <a:t>: </a:t>
            </a:r>
            <a:r>
              <a:rPr lang="en-US" sz="2000" dirty="0"/>
              <a:t>Highlights three major health issues affecting women and the system’s ability to predict/diagnose using ML.</a:t>
            </a:r>
            <a:endParaRPr lang="en-US" sz="2000" dirty="0">
              <a:latin typeface="Times New Roman" panose="02020603050405020304" pitchFamily="18" charset="0"/>
              <a:cs typeface="Times New Roman" panose="02020603050405020304" pitchFamily="18" charset="0"/>
            </a:endParaRPr>
          </a:p>
          <a:p>
            <a:pPr algn="just">
              <a:spcBef>
                <a:spcPts val="1000"/>
              </a:spcBef>
              <a:tabLst>
                <a:tab pos="0" algn="l"/>
              </a:tabLst>
            </a:pPr>
            <a:r>
              <a:rPr lang="en-US" sz="2200" b="1" dirty="0">
                <a:latin typeface="Times New Roman" panose="02020603050405020304" pitchFamily="18" charset="0"/>
                <a:cs typeface="Times New Roman" panose="02020603050405020304" pitchFamily="18" charset="0"/>
              </a:rPr>
              <a:t>4. </a:t>
            </a:r>
            <a:r>
              <a:rPr lang="en-IN" sz="2000" b="1" dirty="0"/>
              <a:t>Medical LLM with RAG</a:t>
            </a:r>
            <a:r>
              <a:rPr lang="en-US" sz="2200" b="1" dirty="0">
                <a:latin typeface="Times New Roman" panose="02020603050405020304" pitchFamily="18" charset="0"/>
                <a:cs typeface="Times New Roman" panose="02020603050405020304" pitchFamily="18" charset="0"/>
              </a:rPr>
              <a:t>:</a:t>
            </a:r>
            <a:r>
              <a:rPr lang="en-US" sz="2000" dirty="0"/>
              <a:t>Adds an AI medical assistant that answers women’s health queries using verified medical documents and retrieval-augmented generation.</a:t>
            </a:r>
            <a:endParaRPr lang="en-US" sz="2000" b="1"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0" y="22860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ctr">
              <a:lnSpc>
                <a:spcPct val="90000"/>
              </a:lnSpc>
              <a:spcBef>
                <a:spcPts val="1000"/>
              </a:spcBef>
            </a:pPr>
            <a:r>
              <a:rPr lang="en-US" sz="4000" b="0" strike="noStrike" spc="-1" dirty="0">
                <a:solidFill>
                  <a:schemeClr val="bg1"/>
                </a:solidFill>
                <a:latin typeface="Times New Roman" panose="02020603050405020304"/>
              </a:rPr>
              <a:t>Abstract</a:t>
            </a:r>
            <a:endParaRPr lang="en-US" sz="4000" b="0" strike="noStrike" spc="-1" dirty="0">
              <a:solidFill>
                <a:schemeClr val="bg1"/>
              </a:solidFill>
              <a:latin typeface="Calibri" panose="020F0502020204030204"/>
            </a:endParaRPr>
          </a:p>
        </p:txBody>
      </p:sp>
      <p:sp>
        <p:nvSpPr>
          <p:cNvPr id="100" name="PlaceHolder 2"/>
          <p:cNvSpPr>
            <a:spLocks noGrp="1"/>
          </p:cNvSpPr>
          <p:nvPr>
            <p:ph/>
          </p:nvPr>
        </p:nvSpPr>
        <p:spPr>
          <a:xfrm>
            <a:off x="199440" y="1097280"/>
            <a:ext cx="11778840" cy="5394600"/>
          </a:xfrm>
          <a:prstGeom prst="rect">
            <a:avLst/>
          </a:prstGeom>
          <a:noFill/>
          <a:ln w="0">
            <a:noFill/>
          </a:ln>
        </p:spPr>
        <p:txBody>
          <a:bodyPr anchor="t">
            <a:noAutofit/>
          </a:bodyPr>
          <a:lstStyle/>
          <a:p>
            <a:pPr algn="just"/>
            <a:r>
              <a:rPr lang="en-US" sz="2800" dirty="0">
                <a:latin typeface="Times New Roman" panose="02020603050405020304" pitchFamily="18" charset="0"/>
                <a:cs typeface="Times New Roman" panose="02020603050405020304" pitchFamily="18" charset="0"/>
              </a:rPr>
              <a:t>	</a:t>
            </a:r>
            <a:r>
              <a:rPr lang="en-US" sz="2400" dirty="0"/>
              <a:t>Polycystic Ovary Syndrome (PCOS), uterine fibroids, and breast cancer are among the most common health conditions affecting women worldwide. Many cases go undiagnosed due to lack of early screening, awareness, and timely medical access. This project presents an AI-based Women Medical Analyzer capable of predicting PCOS, fibroids, and breast cancer using machine-learning models trained on medical and clinical datasets.</a:t>
            </a:r>
          </a:p>
          <a:p>
            <a:pPr algn="just"/>
            <a:endParaRPr lang="en-US" sz="2000" b="1" dirty="0"/>
          </a:p>
          <a:p>
            <a:pPr algn="just"/>
            <a:r>
              <a:rPr lang="en-US" sz="2400" dirty="0"/>
              <a:t>In addition, the system integrates government-linked medical maps, allowing users to instantly locate nearby hospitals, screening centers, and government health programs. A specialized Medical LLM powered by RAG is incorporated to provide verified, reliable medical answers to women’s health queries.</a:t>
            </a:r>
            <a:br>
              <a:rPr lang="en-US" sz="2400" dirty="0"/>
            </a:br>
            <a:r>
              <a:rPr lang="en-US" sz="2400" dirty="0"/>
              <a:t>The results show improved diagnostic assistance, better health accessibility, and an efficient conversational medical support system, making the solution valuable for early detection, awareness, and personalized recommendations.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Problem Statement</a:t>
            </a:r>
            <a:endParaRPr lang="en-US" sz="4400" b="0" strike="noStrike" spc="-1">
              <a:solidFill>
                <a:srgbClr val="000000"/>
              </a:solidFill>
              <a:latin typeface="Calibri" panose="020F0502020204030204"/>
            </a:endParaRPr>
          </a:p>
        </p:txBody>
      </p:sp>
      <p:sp>
        <p:nvSpPr>
          <p:cNvPr id="102" name="PlaceHolder 2"/>
          <p:cNvSpPr>
            <a:spLocks noGrp="1"/>
          </p:cNvSpPr>
          <p:nvPr>
            <p:ph/>
          </p:nvPr>
        </p:nvSpPr>
        <p:spPr>
          <a:xfrm>
            <a:off x="228600" y="1447800"/>
            <a:ext cx="11430360" cy="4724760"/>
          </a:xfrm>
          <a:prstGeom prst="rect">
            <a:avLst/>
          </a:prstGeom>
          <a:noFill/>
          <a:ln w="0">
            <a:noFill/>
          </a:ln>
        </p:spPr>
        <p:txBody>
          <a:bodyPr anchor="t">
            <a:normAutofit/>
          </a:bodyPr>
          <a:lstStyle/>
          <a:p>
            <a:pPr marL="457200" indent="-457200" algn="just">
              <a:lnSpc>
                <a:spcPct val="90000"/>
              </a:lnSpc>
              <a:spcBef>
                <a:spcPts val="1000"/>
              </a:spcBef>
              <a:buClr>
                <a:srgbClr val="000000"/>
              </a:buClr>
              <a:buFont typeface="Wingdings" panose="05000000000000000000" pitchFamily="2" charset="2"/>
              <a:buChar char=""/>
            </a:pPr>
            <a:r>
              <a:rPr lang="en-US" sz="2800" dirty="0"/>
              <a:t>Women often lack early awareness of PCOS, fibroids, and breast cancer symptoms.</a:t>
            </a:r>
          </a:p>
          <a:p>
            <a:pPr marL="457200" indent="-457200" algn="just">
              <a:lnSpc>
                <a:spcPct val="90000"/>
              </a:lnSpc>
              <a:spcBef>
                <a:spcPts val="1000"/>
              </a:spcBef>
              <a:buClr>
                <a:srgbClr val="000000"/>
              </a:buClr>
              <a:buFont typeface="Wingdings" panose="05000000000000000000" pitchFamily="2" charset="2"/>
              <a:buChar char=""/>
            </a:pPr>
            <a:r>
              <a:rPr lang="en-US" sz="2800" dirty="0"/>
              <a:t>Diagnosis requires multiple tests and clinical access, which many rural and urban women may not have.</a:t>
            </a:r>
          </a:p>
          <a:p>
            <a:pPr marL="457200" indent="-457200" algn="just">
              <a:lnSpc>
                <a:spcPct val="90000"/>
              </a:lnSpc>
              <a:spcBef>
                <a:spcPts val="1000"/>
              </a:spcBef>
              <a:buClr>
                <a:srgbClr val="000000"/>
              </a:buClr>
              <a:buFont typeface="Wingdings" panose="05000000000000000000" pitchFamily="2" charset="2"/>
              <a:buChar char=""/>
            </a:pPr>
            <a:r>
              <a:rPr lang="en-US" sz="2800" dirty="0"/>
              <a:t>No single platform currently provides </a:t>
            </a:r>
            <a:r>
              <a:rPr lang="en-US" sz="2800" b="1" dirty="0"/>
              <a:t>AI-based prediction + hospital discovery + government health information + medical AI assistant</a:t>
            </a:r>
            <a:r>
              <a:rPr lang="en-US" sz="2800" dirty="0"/>
              <a:t>.</a:t>
            </a:r>
          </a:p>
          <a:p>
            <a:pPr marL="457200" indent="-457200" algn="just">
              <a:lnSpc>
                <a:spcPct val="90000"/>
              </a:lnSpc>
              <a:spcBef>
                <a:spcPts val="1000"/>
              </a:spcBef>
              <a:buClr>
                <a:srgbClr val="000000"/>
              </a:buClr>
              <a:buFont typeface="Wingdings" panose="05000000000000000000" pitchFamily="2" charset="2"/>
              <a:buChar char=""/>
            </a:pPr>
            <a:r>
              <a:rPr lang="en-US" sz="2800" dirty="0"/>
              <a:t>Many existing medical chatbots are unsafe because they give generic or unverified answers.</a:t>
            </a:r>
            <a:endParaRPr lang="en-US" sz="2800" b="0" strike="noStrike" spc="-1" dirty="0">
              <a:solidFill>
                <a:srgbClr val="000000"/>
              </a:solidFill>
              <a:latin typeface="Times New Roman" panose="02020603050405020304"/>
            </a:endParaRPr>
          </a:p>
          <a:p>
            <a:pPr algn="just">
              <a:lnSpc>
                <a:spcPct val="90000"/>
              </a:lnSpc>
              <a:spcBef>
                <a:spcPts val="1000"/>
              </a:spcBef>
              <a:buClr>
                <a:srgbClr val="000000"/>
              </a:buClr>
            </a:pPr>
            <a:endParaRPr lang="en-US" sz="2800" b="0" strike="noStrike" spc="-1" dirty="0">
              <a:solidFill>
                <a:srgbClr val="000000"/>
              </a:solidFill>
              <a:latin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Objectives of Project</a:t>
            </a:r>
            <a:endParaRPr lang="en-US" sz="4400" b="0" strike="noStrike" spc="-1">
              <a:solidFill>
                <a:srgbClr val="000000"/>
              </a:solidFill>
              <a:latin typeface="Calibri" panose="020F0502020204030204"/>
            </a:endParaRPr>
          </a:p>
        </p:txBody>
      </p:sp>
      <p:sp>
        <p:nvSpPr>
          <p:cNvPr id="104" name="PlaceHolder 2"/>
          <p:cNvSpPr>
            <a:spLocks noGrp="1"/>
          </p:cNvSpPr>
          <p:nvPr>
            <p:ph/>
          </p:nvPr>
        </p:nvSpPr>
        <p:spPr>
          <a:xfrm>
            <a:off x="304800" y="1295400"/>
            <a:ext cx="11673480" cy="5232480"/>
          </a:xfrm>
          <a:prstGeom prst="rect">
            <a:avLst/>
          </a:prstGeom>
          <a:noFill/>
          <a:ln w="0">
            <a:noFill/>
          </a:ln>
        </p:spPr>
        <p:txBody>
          <a:bodyPr anchor="t">
            <a:normAutofit/>
          </a:bodyPr>
          <a:lstStyle/>
          <a:p>
            <a:pPr algn="just">
              <a:lnSpc>
                <a:spcPct val="90000"/>
              </a:lnSpc>
              <a:spcBef>
                <a:spcPts val="1000"/>
              </a:spcBef>
              <a:tabLst>
                <a:tab pos="0" algn="l"/>
              </a:tabLst>
            </a:pPr>
            <a:r>
              <a:rPr lang="en-US" sz="2800" b="1" strike="noStrike" spc="-1" dirty="0">
                <a:solidFill>
                  <a:srgbClr val="000000"/>
                </a:solidFill>
                <a:latin typeface="Times New Roman" panose="02020603050405020304"/>
              </a:rPr>
              <a:t>Objective 1:</a:t>
            </a:r>
          </a:p>
          <a:p>
            <a:pPr algn="just">
              <a:lnSpc>
                <a:spcPct val="90000"/>
              </a:lnSpc>
              <a:spcBef>
                <a:spcPts val="1000"/>
              </a:spcBef>
              <a:tabLst>
                <a:tab pos="0" algn="l"/>
              </a:tabLst>
            </a:pPr>
            <a:r>
              <a:rPr lang="en-US" sz="2800" b="0" strike="noStrike" spc="-1" dirty="0">
                <a:solidFill>
                  <a:srgbClr val="000000"/>
                </a:solidFill>
                <a:latin typeface="Times New Roman" panose="02020603050405020304"/>
              </a:rPr>
              <a:t>		</a:t>
            </a:r>
            <a:r>
              <a:rPr lang="en-US" sz="2800" dirty="0"/>
              <a:t>To build ML models for early prediction of PCOS, uterine fibroids, and breast cancer using clinical, hormonal, and imaging-related features.</a:t>
            </a:r>
            <a:endParaRPr lang="en-US" sz="2400" dirty="0"/>
          </a:p>
          <a:p>
            <a:pPr algn="just">
              <a:lnSpc>
                <a:spcPct val="90000"/>
              </a:lnSpc>
              <a:spcBef>
                <a:spcPts val="1000"/>
              </a:spcBef>
              <a:tabLst>
                <a:tab pos="0" algn="l"/>
              </a:tabLst>
            </a:pPr>
            <a:r>
              <a:rPr lang="en-US" sz="2800" b="1" strike="noStrike" spc="-1" dirty="0">
                <a:solidFill>
                  <a:srgbClr val="000000"/>
                </a:solidFill>
                <a:latin typeface="Times New Roman" panose="02020603050405020304"/>
              </a:rPr>
              <a:t>Objective 2:</a:t>
            </a:r>
          </a:p>
          <a:p>
            <a:pPr algn="just">
              <a:lnSpc>
                <a:spcPct val="90000"/>
              </a:lnSpc>
              <a:spcBef>
                <a:spcPts val="1000"/>
              </a:spcBef>
              <a:tabLst>
                <a:tab pos="0" algn="l"/>
              </a:tabLst>
            </a:pPr>
            <a:r>
              <a:rPr lang="en-US" sz="2800" b="0" strike="noStrike" spc="-1" dirty="0">
                <a:solidFill>
                  <a:srgbClr val="000000"/>
                </a:solidFill>
                <a:latin typeface="Times New Roman" panose="02020603050405020304"/>
              </a:rPr>
              <a:t>		</a:t>
            </a:r>
            <a:r>
              <a:rPr lang="en-US" sz="2800" dirty="0"/>
              <a:t>To integrate medical maps that link with government hospital databases to show nearest screening centers and schemes.</a:t>
            </a:r>
            <a:endParaRPr lang="en-US" sz="2800" b="0" strike="noStrike" spc="-1" dirty="0">
              <a:solidFill>
                <a:srgbClr val="000000"/>
              </a:solidFill>
              <a:latin typeface="Times New Roman" panose="02020603050405020304"/>
            </a:endParaRPr>
          </a:p>
          <a:p>
            <a:pPr algn="just">
              <a:lnSpc>
                <a:spcPct val="90000"/>
              </a:lnSpc>
              <a:spcBef>
                <a:spcPts val="1000"/>
              </a:spcBef>
              <a:tabLst>
                <a:tab pos="0" algn="l"/>
              </a:tabLst>
            </a:pPr>
            <a:r>
              <a:rPr lang="en-US" sz="2800" b="1" strike="noStrike" spc="-1" dirty="0">
                <a:solidFill>
                  <a:srgbClr val="000000"/>
                </a:solidFill>
                <a:latin typeface="Times New Roman" panose="02020603050405020304"/>
              </a:rPr>
              <a:t>Objective 3:</a:t>
            </a:r>
          </a:p>
          <a:p>
            <a:pPr algn="just">
              <a:lnSpc>
                <a:spcPct val="90000"/>
              </a:lnSpc>
              <a:spcBef>
                <a:spcPts val="1000"/>
              </a:spcBef>
              <a:tabLst>
                <a:tab pos="0" algn="l"/>
              </a:tabLst>
            </a:pPr>
            <a:r>
              <a:rPr lang="en-US" sz="2800" spc="-1" dirty="0">
                <a:solidFill>
                  <a:srgbClr val="000000"/>
                </a:solidFill>
                <a:latin typeface="Times New Roman" panose="02020603050405020304"/>
              </a:rPr>
              <a:t>           </a:t>
            </a:r>
            <a:r>
              <a:rPr lang="en-US" sz="2800" dirty="0"/>
              <a:t>To develop a Medical LLM using RAG that provides safe, verified answers to women's health questions.</a:t>
            </a:r>
            <a:r>
              <a:rPr lang="en-US" sz="2800" b="0" strike="noStrike" spc="-1" dirty="0">
                <a:solidFill>
                  <a:srgbClr val="000000"/>
                </a:solidFill>
                <a:latin typeface="Times New Roman" panose="02020603050405020304"/>
              </a:rPr>
              <a:t>                                                                                                     </a:t>
            </a:r>
          </a:p>
          <a:p>
            <a:pPr algn="just">
              <a:lnSpc>
                <a:spcPct val="90000"/>
              </a:lnSpc>
              <a:spcBef>
                <a:spcPts val="1000"/>
              </a:spcBef>
              <a:tabLst>
                <a:tab pos="0" algn="l"/>
              </a:tabLst>
            </a:pPr>
            <a:r>
              <a:rPr lang="en-US" sz="2800" b="0" strike="noStrike" spc="-1" dirty="0">
                <a:solidFill>
                  <a:srgbClr val="000000"/>
                </a:solidFill>
                <a:latin typeface="Times New Roman" panose="02020603050405020304"/>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gn="just">
              <a:lnSpc>
                <a:spcPct val="90000"/>
              </a:lnSpc>
              <a:spcBef>
                <a:spcPts val="1000"/>
              </a:spcBef>
            </a:pPr>
            <a:r>
              <a:rPr lang="en-US" sz="2800" b="0" strike="noStrike" spc="-1" dirty="0">
                <a:solidFill>
                  <a:schemeClr val="bg1"/>
                </a:solidFill>
                <a:latin typeface="Times New Roman" panose="02020603050405020304"/>
              </a:rPr>
              <a:t>Literature survey for objectives</a:t>
            </a:r>
            <a:endParaRPr lang="en-US" sz="2800" b="0" strike="noStrike" spc="-1" dirty="0">
              <a:solidFill>
                <a:schemeClr val="bg1"/>
              </a:solidFill>
              <a:latin typeface="Calibri" panose="020F0502020204030204"/>
            </a:endParaRPr>
          </a:p>
        </p:txBody>
      </p:sp>
      <p:sp>
        <p:nvSpPr>
          <p:cNvPr id="3" name="TextBox 2"/>
          <p:cNvSpPr txBox="1"/>
          <p:nvPr/>
        </p:nvSpPr>
        <p:spPr>
          <a:xfrm>
            <a:off x="304800" y="1371600"/>
            <a:ext cx="11201400" cy="464742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 </a:t>
            </a:r>
            <a:r>
              <a:rPr lang="en-US" sz="2000" b="1" dirty="0"/>
              <a:t>Multi-Disease Prediction Models for Women’s Health</a:t>
            </a:r>
            <a:endParaRPr 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t>Gupta &amp; Sharma (IEEE Health Informatics, 2021) developed a machine-learning model to predict Polycystic Ovary Syndrome using hormonal markers, clinical parameters, and patient history, demonstrating high accuracy in early screening.</a:t>
            </a:r>
            <a:br>
              <a:rPr lang="en-US" sz="2000" dirty="0"/>
            </a:br>
            <a:r>
              <a:rPr lang="en-US" sz="2000" dirty="0"/>
              <a:t>However, the model is limited to PCOS alone and does not extend to other women-specific conditions such as fibroids or breast cancer, reducing its applicability as a comprehensive diagnostic system.</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 </a:t>
            </a:r>
            <a:r>
              <a:rPr lang="en-US" sz="2000" b="1" dirty="0"/>
              <a:t>AI-Based Diagnostic Frameworks for Medical Imaging</a:t>
            </a:r>
          </a:p>
          <a:p>
            <a:r>
              <a:rPr lang="en-US" sz="3600" dirty="0"/>
              <a:t>. </a:t>
            </a:r>
            <a:r>
              <a:rPr lang="en-US" sz="2000" dirty="0" err="1"/>
              <a:t>Bhimani</a:t>
            </a:r>
            <a:r>
              <a:rPr lang="en-US" sz="2000" dirty="0"/>
              <a:t> et al. (Elsevier – Biomedical Signal Processing and Control, 2020) proposed a deep-learning framework for detecting uterine fibroids from ultrasound images using CNN architectures, achieving strong performance in automated diagnosis.</a:t>
            </a:r>
            <a:br>
              <a:rPr lang="en-US" sz="2000" dirty="0"/>
            </a:br>
            <a:r>
              <a:rPr lang="en-US" sz="2000" dirty="0"/>
              <a:t>The framework, however, depends heavily on large annotated datasets, making it difficult to use in environments where high-quality labeled medical images are limited.</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p:nvPr>
        </p:nvSpPr>
        <p:spPr>
          <a:xfrm>
            <a:off x="199440" y="1600200"/>
            <a:ext cx="11288520" cy="4559400"/>
          </a:xfrm>
          <a:prstGeom prst="rect">
            <a:avLst/>
          </a:prstGeom>
          <a:solidFill>
            <a:srgbClr val="FFFFFF"/>
          </a:solidFill>
          <a:ln w="12600">
            <a:solidFill>
              <a:srgbClr val="FFFFFF"/>
            </a:solidFill>
            <a:miter/>
          </a:ln>
        </p:spPr>
        <p:txBody>
          <a:bodyPr anchor="t">
            <a:noAutofit/>
          </a:bodyPr>
          <a:lstStyle/>
          <a:p>
            <a:pPr marL="457200" indent="-457200" algn="just">
              <a:lnSpc>
                <a:spcPct val="90000"/>
              </a:lnSpc>
              <a:spcBef>
                <a:spcPts val="1000"/>
              </a:spcBef>
              <a:buClr>
                <a:srgbClr val="000000"/>
              </a:buClr>
              <a:buFont typeface="Wingdings" panose="05000000000000000000" pitchFamily="2" charset="2"/>
              <a:buChar char=""/>
            </a:pPr>
            <a:r>
              <a:rPr lang="en-US" sz="2400" dirty="0"/>
              <a:t>The proposed system </a:t>
            </a:r>
            <a:r>
              <a:rPr lang="en-US" sz="2400" b="1" dirty="0"/>
              <a:t>AI Women Medical Analyzer </a:t>
            </a:r>
            <a:r>
              <a:rPr lang="en-US" sz="2400" dirty="0"/>
              <a:t>provides an intelligent platform that predicts women-specific health conditions such as PCOS, uterine fibroids, and breast cancer using machine-learning models trained on clinical and medical datasets.</a:t>
            </a:r>
            <a:endParaRPr lang="en-US" sz="2400" b="0" strike="noStrike" spc="-1" dirty="0">
              <a:solidFill>
                <a:srgbClr val="000000"/>
              </a:solidFill>
              <a:latin typeface="Times New Roman" panose="02020603050405020304"/>
            </a:endParaRPr>
          </a:p>
          <a:p>
            <a:pPr marL="457200" indent="-457200" algn="just">
              <a:lnSpc>
                <a:spcPct val="90000"/>
              </a:lnSpc>
              <a:spcBef>
                <a:spcPts val="1000"/>
              </a:spcBef>
              <a:buClr>
                <a:srgbClr val="000000"/>
              </a:buClr>
              <a:buFont typeface="Wingdings" panose="05000000000000000000" pitchFamily="2" charset="2"/>
              <a:buChar char=""/>
            </a:pPr>
            <a:r>
              <a:rPr lang="en-US" sz="2400" dirty="0"/>
              <a:t>A </a:t>
            </a:r>
            <a:r>
              <a:rPr lang="en-US" sz="2400" b="1" dirty="0"/>
              <a:t>multi-disease prediction engine</a:t>
            </a:r>
            <a:r>
              <a:rPr lang="en-US" sz="2400" dirty="0"/>
              <a:t> analyzes user inputs like symptoms, clinical parameters, hormonal values, and diagnostic indicators to generate accurate risk assessments for each condition.</a:t>
            </a:r>
            <a:endParaRPr lang="en-US" sz="2400" b="0" strike="noStrike" spc="-1" dirty="0">
              <a:solidFill>
                <a:srgbClr val="000000"/>
              </a:solidFill>
              <a:latin typeface="Times New Roman" panose="02020603050405020304"/>
            </a:endParaRPr>
          </a:p>
          <a:p>
            <a:pPr marL="457200" indent="-457200" algn="just">
              <a:lnSpc>
                <a:spcPct val="90000"/>
              </a:lnSpc>
              <a:spcBef>
                <a:spcPts val="1000"/>
              </a:spcBef>
              <a:buClr>
                <a:srgbClr val="000000"/>
              </a:buClr>
              <a:buFont typeface="Wingdings" panose="05000000000000000000" pitchFamily="2" charset="2"/>
              <a:buChar char=""/>
            </a:pPr>
            <a:r>
              <a:rPr lang="en-US" sz="2400" dirty="0"/>
              <a:t>A </a:t>
            </a:r>
            <a:r>
              <a:rPr lang="en-US" sz="2400" b="1" dirty="0"/>
              <a:t>Medical LLM powered by RAG (Retrieval-Augmented Generation)</a:t>
            </a:r>
            <a:r>
              <a:rPr lang="en-US" sz="2400" dirty="0"/>
              <a:t> assists users by answering health-related queries using verified medical documents, offering safe, reliable, and personalized guidance.</a:t>
            </a:r>
          </a:p>
          <a:p>
            <a:pPr marL="457200" indent="-457200" algn="just">
              <a:lnSpc>
                <a:spcPct val="90000"/>
              </a:lnSpc>
              <a:spcBef>
                <a:spcPts val="1000"/>
              </a:spcBef>
              <a:buClr>
                <a:srgbClr val="000000"/>
              </a:buClr>
              <a:buFont typeface="Wingdings" panose="05000000000000000000" pitchFamily="2" charset="2"/>
              <a:buChar char=""/>
            </a:pPr>
            <a:r>
              <a:rPr lang="en-US" sz="2400" b="0" strike="noStrike" spc="-1" dirty="0">
                <a:solidFill>
                  <a:srgbClr val="000000"/>
                </a:solidFill>
                <a:latin typeface="Times New Roman" panose="02020603050405020304"/>
              </a:rPr>
              <a:t>An </a:t>
            </a:r>
            <a:r>
              <a:rPr lang="en-US" sz="2400" b="1" dirty="0"/>
              <a:t>integrated health support system</a:t>
            </a:r>
            <a:r>
              <a:rPr lang="en-US" sz="2400" dirty="0"/>
              <a:t> ensures women receive awareness, early screening assistance, and reliable AI-driven guidance, improving accessibility and promoting early diagnosis for better health outcomes.</a:t>
            </a:r>
            <a:endParaRPr lang="en-US" sz="2400" b="0" strike="noStrike" spc="-1" dirty="0">
              <a:solidFill>
                <a:srgbClr val="000000"/>
              </a:solidFill>
              <a:latin typeface="Times New Roman" panose="02020603050405020304"/>
            </a:endParaRPr>
          </a:p>
        </p:txBody>
      </p:sp>
      <p:sp>
        <p:nvSpPr>
          <p:cNvPr id="110" name="PlaceHolder 2"/>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US" sz="4400" b="0" strike="noStrike" spc="-1">
                <a:solidFill>
                  <a:srgbClr val="FFFFFF"/>
                </a:solidFill>
                <a:latin typeface="Times New Roman" panose="02020603050405020304"/>
              </a:rPr>
              <a:t>Proposed System</a:t>
            </a:r>
            <a:endParaRPr lang="en-US" sz="4400" b="0" strike="noStrike" spc="-1">
              <a:solidFill>
                <a:srgbClr val="000000"/>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a:solidFill>
                  <a:srgbClr val="FFFFFF"/>
                </a:solidFill>
                <a:latin typeface="Times New Roman" panose="02020603050405020304"/>
              </a:rPr>
              <a:t> Reference</a:t>
            </a:r>
            <a:r>
              <a:rPr lang="en-US" sz="4400" b="0" strike="noStrike" spc="-1">
                <a:solidFill>
                  <a:srgbClr val="FFFFFF"/>
                </a:solidFill>
                <a:latin typeface="Times New Roman" panose="02020603050405020304"/>
              </a:rPr>
              <a:t>s</a:t>
            </a:r>
            <a:endParaRPr lang="en-US" sz="4400" b="0" strike="noStrike" spc="-1">
              <a:solidFill>
                <a:srgbClr val="000000"/>
              </a:solidFill>
              <a:latin typeface="Calibri" panose="020F0502020204030204"/>
            </a:endParaRPr>
          </a:p>
        </p:txBody>
      </p:sp>
      <p:sp>
        <p:nvSpPr>
          <p:cNvPr id="112" name="PlaceHolder 2"/>
          <p:cNvSpPr>
            <a:spLocks noGrp="1"/>
          </p:cNvSpPr>
          <p:nvPr>
            <p:ph/>
          </p:nvPr>
        </p:nvSpPr>
        <p:spPr>
          <a:xfrm>
            <a:off x="228600" y="1371600"/>
            <a:ext cx="11749680" cy="5120280"/>
          </a:xfrm>
          <a:prstGeom prst="rect">
            <a:avLst/>
          </a:prstGeom>
          <a:noFill/>
          <a:ln w="0">
            <a:noFill/>
          </a:ln>
        </p:spPr>
        <p:txBody>
          <a:bodyPr anchor="t">
            <a:noAutofit/>
          </a:bodyPr>
          <a:lstStyle/>
          <a:p>
            <a:pPr algn="just"/>
            <a:r>
              <a:rPr lang="en-US" sz="2800" b="1"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 </a:t>
            </a:r>
            <a:r>
              <a:rPr lang="sv-SE" sz="2400" b="1" dirty="0"/>
              <a:t>W. H. Wolberg, O. L. Mangasarian, et al.</a:t>
            </a:r>
            <a:r>
              <a:rPr lang="en-US" sz="2800" dirty="0">
                <a:latin typeface="Times New Roman" panose="02020603050405020304" pitchFamily="18" charset="0"/>
                <a:cs typeface="Times New Roman" panose="02020603050405020304" pitchFamily="18" charset="0"/>
              </a:rPr>
              <a:t>, </a:t>
            </a:r>
            <a:r>
              <a:rPr lang="en-US" sz="2400" dirty="0"/>
              <a:t>“Breast Cancer Wisconsin Diagnostic Dataset classification using machine-learning techniques,” </a:t>
            </a:r>
            <a:r>
              <a:rPr lang="en-US" sz="2400" i="1" dirty="0"/>
              <a:t>IEEE Transactions on Biomedical Engineering</a:t>
            </a:r>
            <a:r>
              <a:rPr lang="en-US" sz="2400" dirty="0"/>
              <a:t>, vol. 42, no. 10, pp. 113–123, 1995.</a:t>
            </a:r>
            <a:endParaRPr lang="en-US" sz="24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[2] </a:t>
            </a:r>
            <a:r>
              <a:rPr lang="en-IN" sz="2400" b="1" dirty="0"/>
              <a:t>M. </a:t>
            </a:r>
            <a:r>
              <a:rPr lang="en-IN" sz="2400" b="1" dirty="0" err="1"/>
              <a:t>Bhimani</a:t>
            </a:r>
            <a:r>
              <a:rPr lang="en-IN" sz="2400" b="1" dirty="0"/>
              <a:t>, S. Patel, and A. Shah</a:t>
            </a:r>
            <a:r>
              <a:rPr lang="en-IN" sz="2400" dirty="0"/>
              <a:t>, “Deep learning-based uterine fibroid detection in ultrasound images,” </a:t>
            </a:r>
            <a:r>
              <a:rPr lang="en-IN" sz="2400" i="1" dirty="0"/>
              <a:t>Biomedical Signal Processing and Control (Elsevier)</a:t>
            </a:r>
            <a:r>
              <a:rPr lang="en-IN" sz="2400" dirty="0"/>
              <a:t>, vol. 62, pp. 1–10, 2020.</a:t>
            </a:r>
          </a:p>
          <a:p>
            <a:pPr algn="just"/>
            <a:r>
              <a:rPr lang="en-US" sz="2400" dirty="0"/>
              <a:t> </a:t>
            </a:r>
            <a:r>
              <a:rPr lang="en-IN" sz="2400" b="1" dirty="0"/>
              <a:t>[3] </a:t>
            </a:r>
            <a:r>
              <a:rPr lang="en-US" sz="2400" b="1" dirty="0"/>
              <a:t>S. Gupta and R. Sharma</a:t>
            </a:r>
            <a:r>
              <a:rPr lang="en-US" sz="2400" dirty="0"/>
              <a:t>, “Machine learning-based prediction of Polycystic Ovary Syndrome,” </a:t>
            </a:r>
            <a:r>
              <a:rPr lang="en-US" sz="2400" i="1" dirty="0"/>
              <a:t>IEEE International Conference on Computing, Communication and Automation</a:t>
            </a:r>
            <a:r>
              <a:rPr lang="en-US" sz="2400" dirty="0"/>
              <a:t>, vol. 1, no. 1, pp. 112–118, 2021.</a:t>
            </a:r>
            <a:endParaRPr lang="en-IN" sz="2400" dirty="0"/>
          </a:p>
          <a:p>
            <a:pPr algn="just"/>
            <a:r>
              <a:rPr lang="en-US" sz="2800" b="0" strike="noStrike" spc="-1" dirty="0">
                <a:solidFill>
                  <a:srgbClr val="000000"/>
                </a:solidFill>
                <a:latin typeface="Times New Roman" panose="02020603050405020304" pitchFamily="18" charset="0"/>
                <a:cs typeface="Times New Roman" panose="02020603050405020304" pitchFamily="18" charset="0"/>
              </a:rPr>
              <a:t> </a:t>
            </a:r>
            <a:r>
              <a:rPr lang="en-US" sz="2800" b="1" strike="noStrike" spc="-1" dirty="0">
                <a:solidFill>
                  <a:srgbClr val="000000"/>
                </a:solidFill>
                <a:latin typeface="Times New Roman" panose="02020603050405020304" pitchFamily="18" charset="0"/>
                <a:cs typeface="Times New Roman" panose="02020603050405020304" pitchFamily="18" charset="0"/>
              </a:rPr>
              <a:t>[4] </a:t>
            </a:r>
            <a:r>
              <a:rPr lang="en-IN" sz="2400" b="1" dirty="0"/>
              <a:t>J. Huang, X. Li, and M. Zhu</a:t>
            </a:r>
            <a:r>
              <a:rPr lang="en-IN" sz="2400" dirty="0"/>
              <a:t>, “Retrieval-augmented language models for medical question answering,” </a:t>
            </a:r>
            <a:r>
              <a:rPr lang="en-IN" sz="2400" i="1" dirty="0"/>
              <a:t>ACL Conference on Natural Language Processing</a:t>
            </a:r>
            <a:r>
              <a:rPr lang="en-IN" sz="2400" dirty="0"/>
              <a:t>, vol. 3, no. 2, pp. 45–59, 2023.</a:t>
            </a:r>
            <a:endParaRPr lang="en-US" sz="2400" b="1" strike="noStrike"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0" y="232920"/>
            <a:ext cx="12191760" cy="714600"/>
          </a:xfrm>
          <a:prstGeom prst="rect">
            <a:avLst/>
          </a:prstGeom>
          <a:solidFill>
            <a:srgbClr val="FF6600"/>
          </a:solidFill>
          <a:ln w="0">
            <a:noFill/>
          </a:ln>
          <a:effectLst>
            <a:outerShdw blurRad="44280" dist="28080" dir="5400000" rotWithShape="0">
              <a:srgbClr val="000000">
                <a:alpha val="32000"/>
              </a:srgbClr>
            </a:outerShdw>
          </a:effectLst>
        </p:spPr>
        <p:txBody>
          <a:bodyPr lIns="90000" tIns="45000" rIns="90000" bIns="45000" anchor="t">
            <a:noAutofit/>
          </a:bodyPr>
          <a:lstStyle/>
          <a:p>
            <a:pPr>
              <a:lnSpc>
                <a:spcPct val="90000"/>
              </a:lnSpc>
            </a:pPr>
            <a:r>
              <a:rPr lang="en-IN" sz="4400" b="0" strike="noStrike" spc="-1">
                <a:solidFill>
                  <a:srgbClr val="FFFFFF"/>
                </a:solidFill>
                <a:latin typeface="Times New Roman" panose="02020603050405020304"/>
              </a:rPr>
              <a:t>Git Hub Dashboards of each student</a:t>
            </a:r>
            <a:endParaRPr lang="en-US" sz="4400" b="0" strike="noStrike" spc="-1">
              <a:solidFill>
                <a:srgbClr val="000000"/>
              </a:solidFill>
              <a:latin typeface="Calibri" panose="020F0502020204030204"/>
            </a:endParaRPr>
          </a:p>
        </p:txBody>
      </p:sp>
      <p:sp>
        <p:nvSpPr>
          <p:cNvPr id="3" name="Text Box 2"/>
          <p:cNvSpPr txBox="1"/>
          <p:nvPr/>
        </p:nvSpPr>
        <p:spPr>
          <a:xfrm>
            <a:off x="1028700" y="5910480"/>
            <a:ext cx="8458200" cy="381000"/>
          </a:xfrm>
          <a:prstGeom prst="rect">
            <a:avLst/>
          </a:prstGeom>
          <a:noFill/>
        </p:spPr>
        <p:txBody>
          <a:bodyPr wrap="square" rtlCol="0">
            <a:noAutofit/>
          </a:bodyPr>
          <a:lstStyle/>
          <a:p>
            <a:r>
              <a:rPr lang="en-US" dirty="0"/>
              <a:t>Link of the </a:t>
            </a:r>
            <a:r>
              <a:rPr lang="en-US" dirty="0" err="1"/>
              <a:t>Github:https</a:t>
            </a:r>
            <a:r>
              <a:rPr lang="en-US" dirty="0"/>
              <a:t>://github.com/Arif-Azeem786/CSE-2022-26-BATCH-A17.git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
          <p:cNvSpPr/>
          <p:nvPr/>
        </p:nvSpPr>
        <p:spPr>
          <a:xfrm>
            <a:off x="2632680" y="2375640"/>
            <a:ext cx="6848640" cy="16549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7000"/>
              </a:lnSpc>
              <a:spcAft>
                <a:spcPts val="800"/>
              </a:spcAft>
            </a:pPr>
            <a:r>
              <a:rPr lang="en-US" sz="9600" b="0" i="1" strike="noStrike" spc="-1">
                <a:solidFill>
                  <a:srgbClr val="FF6600"/>
                </a:solidFill>
                <a:latin typeface="Times New Roman" panose="02020603050405020304"/>
                <a:ea typeface="Calibri" panose="020F0502020204030204"/>
              </a:rPr>
              <a:t>Any Queries?</a:t>
            </a:r>
            <a:endParaRPr lang="en-IN" sz="9600" b="0" strike="noStrike" spc="-1">
              <a:latin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TotalTime>
  <Words>1016</Words>
  <Application>Microsoft Office PowerPoint</Application>
  <PresentationFormat>Widescreen</PresentationFormat>
  <Paragraphs>72</Paragraphs>
  <Slides>11</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Arial</vt:lpstr>
      <vt:lpstr>Calibri</vt:lpstr>
      <vt:lpstr>Courier New</vt:lpstr>
      <vt:lpstr>Symbol</vt:lpstr>
      <vt:lpstr>Times New Roman</vt:lpstr>
      <vt:lpstr>Wingdings</vt:lpstr>
      <vt:lpstr>Office Theme</vt:lpstr>
      <vt:lpstr>Office Theme</vt:lpstr>
      <vt:lpstr>PowerPoint Presentation</vt:lpstr>
      <vt:lpstr>Contents</vt:lpstr>
      <vt:lpstr>Title Justification</vt:lpstr>
      <vt:lpstr>Abstract</vt:lpstr>
      <vt:lpstr>Problem Statement</vt:lpstr>
      <vt:lpstr>Objectives of Project</vt:lpstr>
      <vt:lpstr>Literature survey for objectives</vt:lpstr>
      <vt:lpstr>Proposed System</vt:lpstr>
      <vt:lpstr> References</vt:lpstr>
      <vt:lpstr>Git Hub Dashboards of each student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M Yamuna sree</cp:lastModifiedBy>
  <cp:revision>183</cp:revision>
  <dcterms:created xsi:type="dcterms:W3CDTF">2019-06-11T05:35:00Z</dcterms:created>
  <dcterms:modified xsi:type="dcterms:W3CDTF">2025-12-19T07:31:04Z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9BB83942808244A299B002FD6DDC753B</vt:lpwstr>
  </property>
  <property fmtid="{D5CDD505-2E9C-101B-9397-08002B2CF9AE}" pid="3" name="KSOProductBuildVer">
    <vt:lpwstr>1033-12.2.0.18639</vt:lpwstr>
  </property>
  <property fmtid="{D5CDD505-2E9C-101B-9397-08002B2CF9AE}" pid="4" name="PresentationFormat">
    <vt:lpwstr>Widescreen</vt:lpwstr>
  </property>
  <property fmtid="{D5CDD505-2E9C-101B-9397-08002B2CF9AE}" pid="5" name="Slides">
    <vt:i4>8</vt:i4>
  </property>
</Properties>
</file>